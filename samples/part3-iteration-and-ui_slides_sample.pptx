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73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74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75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76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77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78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79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80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81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82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83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84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85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小步快跑：一次只做一個小主題</dc:title>
  <dc:subject>PptxGenJS Presentation</dc:subject>
  <dc:creator>Created by Marp</dc:creator>
  <cp:lastModifiedBy>Created by Marp</cp:lastModifiedBy>
  <cp:revision>1</cp:revision>
  <dcterms:created xsi:type="dcterms:W3CDTF">2026-09-08T14:38:27Z</dcterms:created>
  <dcterms:modified xsi:type="dcterms:W3CDTF">2026-09-08T14:38:27Z</dcterms:modified>
</cp:coreProperties>
</file>