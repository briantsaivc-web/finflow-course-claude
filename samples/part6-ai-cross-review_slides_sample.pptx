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135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136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137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138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139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140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141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142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143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144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145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146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一個真實的下午：三個 AI、五個 bug</dc:title>
  <dc:subject>PptxGenJS Presentation</dc:subject>
  <dc:creator>Created by Marp</dc:creator>
  <cp:lastModifiedBy>Created by Marp</cp:lastModifiedBy>
  <cp:revision>1</cp:revision>
  <dcterms:created xsi:type="dcterms:W3CDTF">2026-09-08T01:48:08Z</dcterms:created>
  <dcterms:modified xsi:type="dcterms:W3CDTF">2026-09-08T01:48:08Z</dcterms:modified>
</cp:coreProperties>
</file>