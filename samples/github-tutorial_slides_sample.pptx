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本章目標:讓完全沒碰過 GitHub 的學員,在 20 分鐘內拿到一個可以分享的網址。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把你的作品放上網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三步驟實戰:建立 Repository → 推上去 → 開 GitHub Pages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全程實機錄製・截圖日期 2026-09-02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今天只做三件事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GitHub 建一個空的 Repository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程式碼的家,先蓋好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用命令提示字元把檔案推上去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行指令,照抄就好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74720" cy="3108960"/>
          </a:xfrm>
          <a:prstGeom prst="roundRect">
            <a:avLst>
              <a:gd name="adj" fmla="val 4412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啟用 GitHub Pages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拿到任何人都能打開的網址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需要準備:GitHub 帳號・裝好 Git for Windows・一個放了 index.html 的資料夾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GitHub 建立一個空的 Repository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Repository = 一個專案的家。先蓋空的,等一下再把檔案搬進去。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GitHub,點右上角的「+」</a:t>
            </a:r>
            <a:endParaRPr lang="en-US" sz="2800" dirty="0"/>
          </a:p>
        </p:txBody>
      </p:sp>
      <p:pic>
        <p:nvPicPr>
          <p:cNvPr id="4" name="Image 0" descr="images/A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59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登入後看到的是你的首頁(Dashboard)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右上角「+」或左邊綠色「New」都可以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兩個按鈕功能一樣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選「New repository」</a:t>
            </a:r>
            <a:endParaRPr lang="en-US" sz="2800" dirty="0"/>
          </a:p>
        </p:txBody>
      </p:sp>
      <p:pic>
        <p:nvPicPr>
          <p:cNvPr id="4" name="Image 0" descr="images/A02-plus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59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下拉選單第二項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其他選項今天都用不到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填專案名稱</a:t>
            </a:r>
            <a:endParaRPr lang="en-US" sz="2800" dirty="0"/>
          </a:p>
        </p:txBody>
      </p:sp>
      <p:pic>
        <p:nvPicPr>
          <p:cNvPr id="4" name="Image 0" descr="images/A04-new-na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59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 就是你的帳號,不用動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名稱只能用英文、數字、-,不能有空格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本章用 github-tutorial-demo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看到綠色勾勾 = 名字可以用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下半部全部保持預設,直接按 Create</a:t>
            </a:r>
            <a:endParaRPr lang="en-US" sz="2800" dirty="0"/>
          </a:p>
        </p:txBody>
      </p:sp>
      <p:pic>
        <p:nvPicPr>
          <p:cNvPr id="4" name="Image 0" descr="images/A05-new-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59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Public(Pages 免費版只給 Public 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 README 保持 Off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.gitignore / No license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按綠色 Create repository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README、.gitignore、license 三個都不要加。repo 越空,等一下從電腦推檔案越不會出錯。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建好了:記下你的 Repository 網址</a:t>
            </a:r>
            <a:endParaRPr lang="en-US" sz="2800" dirty="0"/>
          </a:p>
        </p:txBody>
      </p:sp>
      <p:pic>
        <p:nvPicPr>
          <p:cNvPr id="4" name="Image 0" descr="images/A06-empty-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9622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藍色區塊裡的網址 = 這個專案的家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 github.com/你的帳號/專案名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先複製起來,第二步要用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這是「程式碼的家」,不是給別人玩的網址。給別人玩的網址第三步才會拿到,兩個很像,別搞混。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 1-5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已經幫你準備好指令</a:t>
            </a:r>
            <a:endParaRPr lang="en-US" sz="2800" dirty="0"/>
          </a:p>
        </p:txBody>
      </p:sp>
      <p:pic>
        <p:nvPicPr>
          <p:cNvPr id="4" name="Image 0" descr="images/A07-empty-repo-cm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59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往下捲會看到兩組指令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我們用下面那組「push an existing repository」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先看一眼就好,第二步會帶你打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用命令提示字元把檔案推上去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行指令,照抄就好。會遇到的錯誤畫面我們也先給你看。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打開命令提示字元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按 Windows 鍵 → 直接打 cmd → Enter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跳出來的黑色視窗就是「命令提示字元」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從開始功能表點「Git CMD」進來也一樣,畫面與指令完全相同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 Git 裝好了:git --version</a:t>
            </a:r>
            <a:endParaRPr lang="en-US" sz="2800" dirty="0"/>
          </a:p>
        </p:txBody>
      </p:sp>
      <p:pic>
        <p:nvPicPr>
          <p:cNvPr id="4" name="Image 0" descr="images/B01-git-ve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11849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 git --version 按 Enter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看到版本號就對了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版本數字跟截圖不同沒關係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如果你看到的是這個……</a:t>
            </a:r>
            <a:endParaRPr lang="en-US" sz="2800" dirty="0"/>
          </a:p>
        </p:txBody>
      </p:sp>
      <p:pic>
        <p:nvPicPr>
          <p:cNvPr id="4" name="Image 0" descr="images/B00-git-not-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11849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「'git' 不是內部或外部命令」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還沒裝 Git,或裝完沒重開視窗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git-scm.com/download/win 下載安裝,一路 Next 用預設值。裝完要重新開一個新的命令提示字元視窗。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走進資料夾,初始化 Git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609344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/d "%USERPROFILE%\Downloads\github-tutorial-demo"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46704"/>
            <a:ext cx="112471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 = 走進資料夾(路徑換成你自己的)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init = 把這個資料夾變成 Git 專案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branch -M main = 主分支叫 main(GitHub 預設名稱,照打)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成功長這樣</a:t>
            </a:r>
            <a:endParaRPr lang="en-US" sz="2800" dirty="0"/>
          </a:p>
        </p:txBody>
      </p:sp>
      <p:pic>
        <p:nvPicPr>
          <p:cNvPr id="4" name="Image 0" descr="images/B03-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14542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 Initialized empty Git repository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截圖裡的路徑是錄製用的,你的會不一樣,正常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把檔案加進來,建立第一個存檔點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225296"/>
          </a:xfrm>
          <a:prstGeom prst="roundRect">
            <a:avLst>
              <a:gd name="adj" fmla="val 746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"第一次上傳:加入 index.html"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62656"/>
            <a:ext cx="112471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add . = 把資料夾裡所有檔案排進這次要存的清單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commit -m "說明" = 正式存一個存檔點,寫一句說明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第一次做 commit,幾乎一定會遇到下一頁的錯誤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第一次用 Git 一定會看到:Please tell me who you are</a:t>
            </a:r>
            <a:endParaRPr lang="en-US" sz="2800" dirty="0"/>
          </a:p>
        </p:txBody>
      </p:sp>
      <p:pic>
        <p:nvPicPr>
          <p:cNvPr id="4" name="Image 0" descr="images/B04-commit-identity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25315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不是你打錯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要知道「這台電腦的存檔要署名誰」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照它說的打兩行設定(下一頁)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那行 warning: LF will be replaced by CRLF 是 Windows 換行符號提醒,可以無視。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設定一次,以後都不用再打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225296"/>
          </a:xfrm>
          <a:prstGeom prst="roundRect">
            <a:avLst>
              <a:gd name="adj" fmla="val 746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"你的名字"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"你的email"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62656"/>
            <a:ext cx="112471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打完不會有任何回應 = 成功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不一定要跟 GitHub 帳號一樣,但一樣最省事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設定完,再打一次 git commit -m "..."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 成功長這樣</a:t>
            </a:r>
            <a:endParaRPr lang="en-US" sz="2800" dirty="0"/>
          </a:p>
        </p:txBody>
      </p:sp>
      <p:pic>
        <p:nvPicPr>
          <p:cNvPr id="4" name="Image 0" descr="images/B06-com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12522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file changed = 一個檔案被存進存檔點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後面那串英數字是這個存檔點的編號,不用記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 Git 要推去哪裡,然後推上去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225296"/>
          </a:xfrm>
          <a:prstGeom prst="roundRect">
            <a:avLst>
              <a:gd name="adj" fmla="val 7463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https://github.com/你的帳號/github-tutorial-demo.git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62656"/>
            <a:ext cx="112471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網址換成 1-5 記下的那個,結尾要加 .git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remote add origin = 幫遠端倉庫取綽號叫 origin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push = 真的上傳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 2-4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push 成功長這樣</a:t>
            </a:r>
            <a:endParaRPr lang="en-US" sz="2800" dirty="0"/>
          </a:p>
        </p:txBody>
      </p:sp>
      <p:pic>
        <p:nvPicPr>
          <p:cNvPr id="4" name="Image 0" descr="images/B07-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2329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最後兩行 [new branch] main -&gt;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'main' set up to track 'origin/main'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上傳成功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push 可能跳出「Connect to GitHub」登入視窗,這不是當機,選 Sign in with your browser 登入即可,以後不會再問。(錄製電腦已登入,故無此畫面截圖)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啟用 GitHub Pages,拿到你的網址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Settings 裡按三下,等 1~2 分鐘,網址就出來了。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 GitHub,確認檔案上去了</a:t>
            </a:r>
            <a:endParaRPr lang="en-US" sz="2800" dirty="0"/>
          </a:p>
        </p:txBody>
      </p:sp>
      <p:pic>
        <p:nvPicPr>
          <p:cNvPr id="4" name="Image 0" descr="images/C01-repo-with-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 Repository 頁面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index.html 出現在檔案列表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接著點右上方 Settings(齒輪)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左邊選單往下捲,找到 Pages</a:t>
            </a:r>
            <a:endParaRPr lang="en-US" sz="2800" dirty="0"/>
          </a:p>
        </p:txBody>
      </p:sp>
      <p:pic>
        <p:nvPicPr>
          <p:cNvPr id="4" name="Image 0" descr="images/C03-settings-sidebar-p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在「Code, planning, and automation」那一區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很多人卡在這裡:選單很長,要往下捲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選 main</a:t>
            </a:r>
            <a:endParaRPr lang="en-US" sz="2800" dirty="0"/>
          </a:p>
        </p:txBody>
      </p:sp>
      <p:pic>
        <p:nvPicPr>
          <p:cNvPr id="4" name="Image 0" descr="images/C05-pages-branch-dr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 保持 Deploy from a branch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 原本是 None,點它,選 main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429768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8C5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43434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小心  </a:t>
            </a:r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有些教學叫你選 gh-pages,那是專案有自動建置設定時才會出現的分支。資料夾裡直接放 index.html 的專案,選 main 就對了。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資料夾保持 / (root),按 Save</a:t>
            </a:r>
            <a:endParaRPr lang="en-US" sz="2800" dirty="0"/>
          </a:p>
        </p:txBody>
      </p:sp>
      <p:pic>
        <p:nvPicPr>
          <p:cNvPr id="4" name="Image 0" descr="images/C06-pages-main-r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main  ② / (root) 不用改  ③ Save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上方出現 GitHub Pages source saved 就完成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 GitHub 幫你建置(1~2 分鐘)</a:t>
            </a:r>
            <a:endParaRPr lang="en-US" sz="2800" dirty="0"/>
          </a:p>
        </p:txBody>
      </p:sp>
      <p:pic>
        <p:nvPicPr>
          <p:cNvPr id="4" name="Image 0" descr="images/C08-actions-in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點上方 Actions 分頁可以看進度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黃色圈圈 = 正在建置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綠色勾勾 = 完成(本次錄製 1 分 12 秒)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拿到網址:Your site is live at ...</a:t>
            </a:r>
            <a:endParaRPr lang="en-US" sz="2800" dirty="0"/>
          </a:p>
        </p:txBody>
      </p:sp>
      <p:pic>
        <p:nvPicPr>
          <p:cNvPr id="4" name="Image 0" descr="images/C10-pages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 Settings →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上方多出一個框,那一行就是你的網址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 你的帳號.github.io/專案名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Visit site 打開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 3-5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看到這一頁,你的作品已經在網路上了</a:t>
            </a:r>
            <a:endParaRPr lang="en-US" sz="2800" dirty="0"/>
          </a:p>
        </p:txBody>
      </p:sp>
      <p:pic>
        <p:nvPicPr>
          <p:cNvPr id="4" name="Image 0" descr="images/C11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63840" cy="36271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554480"/>
            <a:ext cx="3200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把網址傳給朋友,他們就能打開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404 的話再等一分鐘重新整理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五分鐘還 404:回 Actions 看有沒有紅色叉叉,通常是檔名不是 index.html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以後更新只要三行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609344"/>
          </a:xfrm>
          <a:prstGeom prst="roundRect">
            <a:avLst>
              <a:gd name="adj" fmla="val 5682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0881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"寫一句這次改了什麼"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46704"/>
            <a:ext cx="1124712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 index.html,回到同一個資料夾打這三行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會自動重新建置,一樣等 1~2 分鐘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commit 都是一個可以回去的存檔點 —— 這就是 GitHub 當「時光機」的用法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你已經完成了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743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GitHub 蓋了一個專案的家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520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用指令把檔案推了上去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297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拿到一個任何人都能打開的網址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下一步:把 index.html 換成你自己做的遊戲,再推一次。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2026-09-02T14:26:18Z</dcterms:created>
  <dcterms:modified xsi:type="dcterms:W3CDTF">2026-09-02T14:26:18Z</dcterms:modified>
</cp:coreProperties>
</file>