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X | 跟 AI 互動的黃金口訣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C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--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CHATGPT COURSE · v0.6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SODA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 AI 互動的四步驟:See → Options → Decide → Act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不要一開始就叫 AI 動手。先讓它看懂現況、給你選項,你討論、拍板之後,才是它正式執行的時候。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看案例:給 AI 一張圖想改版面 —— 先讓它看懂現況,再提選項,你選定方向,它才動手改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單元 X | 跟 AI 互動的黃金口訣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881360" y="274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5C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--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FINFLOW CHATGPT COURSE · v0.6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四步驟怎麼做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731520" cy="7315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116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See・看懂現況　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 AI 讀懂你現在的東西——一張圖、一份規格、一段程式都算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731520" cy="7315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88036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Options・提出選項　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請它給你幾個方向,不要只給一個答案,你才有得比較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731520" cy="7315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490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Decide・討論並定案　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你選、你拍板——這一步的決定權在你,不是 AI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731520" cy="731520"/>
          </a:xfrm>
          <a:prstGeom prst="rect">
            <a:avLst/>
          </a:prstGeom>
          <a:solidFill>
            <a:srgbClr val="1F5C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177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Act・正式執行　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選定之後才動手,做完的結果要寫成規格書留下來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看案例:規格書就是你跟 AI 對過焦之後留下的字據——之後回頭查「當初為什麼這樣做」都靠它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2026-09-03T04:37:10Z</dcterms:created>
  <dcterms:modified xsi:type="dcterms:W3CDTF">2026-09-03T04:37:10Z</dcterms:modified>
</cp:coreProperties>
</file>